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#9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Cold Outreach Agency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36576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sales meetings with SA decision-makers — performance pricing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MAKE MONEY NOW (0-6 months)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HERMIE IHMIG  |  LEVINN GROUP  |  JOHANNESBURG, 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SA B2B companies have no systematic outbound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R45K/mo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1 full-time BDM (salary + benefits)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B2B companies rely on referrals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outreach open rate vs 18% generic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3544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3544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LinkedIn professionals (underutilised)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SA B2B companies have great products and no systematic way to find new clients. They rely on referrals, which plateau. An AI outreach system delivers predictable meetings — the lifeblood of any B2B sales operation.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outreach: scrape → enrich → personalise → book meeting → done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8424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Apollo.io + Clay.com: find and enrich 1,000 decision-maker contacts per week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hyper-personalized first lines for every single contact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Instantly.ai sends email sequences at scale with near-perfect deliverability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booked directly into client's Calendly — zero manual effort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509320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93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charge when a qualified meeting is delivered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— SOUTH AFRICA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R1,000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fee per booked meeting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cost per booked meeting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 per meeting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23544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R25K/mo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23544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2 clients (10 meetings each)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 B2B outbound market is almost untouched by AI-native agencies. Most outreach is still manual, generic, and ineffective. A performance-based model with AI-personalised messages at scale delivers 3–5x better results than anything on the market.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Make Money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E8ED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R1,000/meeting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per qualified meeting booked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 level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&lt; 10 meetings/month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monthly minimum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R15,000/mo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768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guaranteed meetings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campaign management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E8ED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R25,000/mo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4672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meetings/month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(email+LinkedIn)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campaign 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option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Clients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3544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Revenue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R15,000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R18,000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R22,000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23544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R25,000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(MRR)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R30,000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R90,000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R220,000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23544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R500,000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Monthly Profit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5176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R18,000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4632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R60,000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04088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R150,000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23544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R360,000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ACTION PLAN — START THIS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first client in 90 days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Apollo + Instantly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3 email domains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SA B2B 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2D9B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outreach FOR yourself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10 discovery calls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first 2 clients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10 meetings each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testimonials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live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6968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0684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1 outreach VA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0684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5 clients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0684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R80K MRR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Apollo.io has 250M+ B2B contacts globally. AI personalisation tools make 1,000 personalised messages as easy as 1. SA businesses are desperate for qualified pipeline. The tools are cheap. The market is ready.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pipeline on demand. Performance pricing. Let's talk.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Hermie Ihmig  |  hermie@levinn.co.za  |  +27 XX XXX XXXX  |  levinn.co.za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8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plans of the diligent lead to profit." — Proverbs 21:5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Cold Outreach Agency</dc:title>
  <dc:subject>PptxGenJS Presentation</dc:subject>
  <dc:creator>Hermie Ihmig | Levinn Group</dc:creator>
  <cp:lastModifiedBy>Hermie Ihmig | Levinn Group</cp:lastModifiedBy>
  <cp:revision>1</cp:revision>
  <dcterms:created xsi:type="dcterms:W3CDTF">2026-04-07T10:43:05Z</dcterms:created>
  <dcterms:modified xsi:type="dcterms:W3CDTF">2026-04-07T10:43:05Z</dcterms:modified>
</cp:coreProperties>
</file>