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#1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WhatsApp Customer Support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36576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WhatsApp lead again — 24/7 AI support for SA businesses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MAKE MONEY NOW (0-6 months)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HERMIE IHMIG  |  LEVINN GROUP  |  JOHANNESBURG, SA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businesses lose thousands every week to unanswered WhatsApp messages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23M+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WhatsApp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SMEs handle queries manually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R15K/mo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1 support person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23544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3544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WhatsApp over phone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After-hours messages go unanswered. Leads convert elsewhere. Staff burn out on repetitive questions. The average SA SME is leaving R20,000–R50,000/month on the table — and the solution costs R2,500/month.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handles every WhatsApp message — 24/7, instantly, automatically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8424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AI bot deployed on the business's existing WhatsApp Business number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FAQs, booking requests, price inquiries, and lead capture autonomously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38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hot leads to the human team via instant SMS alert — no missed sales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206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conversation dashboard — every message visible, searchable, trackable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509320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093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983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manage it: 2-hour setup, ongoing maintenance included in monthly fee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— SOUTH AFRICA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700K+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SMEs (addressable)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R2.4B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8328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WhatsApp automation market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CAGR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AI chatbot growth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23544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23544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needed = R2.8M MRR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9184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penetration in SA is the highest in Africa. Most SA businesses already use WhatsApp Business — they simply have no automation layer. The opportunity is enormous and the competition is close to zero in the managed-service model.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Make Money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3474720" cy="3200400"/>
          </a:xfrm>
          <a:prstGeom prst="rect">
            <a:avLst>
              <a:gd name="adj" fmla="val 2857"/>
            </a:avLst>
          </a:prstGeom>
          <a:solidFill>
            <a:srgbClr val="E8EDF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R2,500/mo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bot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messages/month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workflow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R3,000 setup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3474720" cy="3200400"/>
          </a:xfrm>
          <a:prstGeom prst="rect">
            <a:avLst>
              <a:gd name="adj" fmla="val 285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R4,500/mo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97680" y="3063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+ FAQ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messages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capture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R5,000 setup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3474720" cy="3200400"/>
          </a:xfrm>
          <a:prstGeom prst="rect">
            <a:avLst>
              <a:gd name="adj" fmla="val 2857"/>
            </a:avLst>
          </a:prstGeom>
          <a:solidFill>
            <a:srgbClr val="E8EDF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R7,500/mo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46720" y="3063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messages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R8,000 setup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Clients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3544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 Retainer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R4,000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R5,000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R5,500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23544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R6,000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(MRR)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R20,000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R50,000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4088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R165,000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23544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R480,000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Monthly Profit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5176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R15,000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4632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R40,000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04088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R140,000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23544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R400,000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ACTION PLAN — START THIS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first client in 90 days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WATI account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 demo bot (salon)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video demo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2D9B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200 businesses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free 14-day pilot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5 calls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3 pilots to paid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R12K MRR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3 testimonials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6968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0684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R1,500/mo FB ads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0684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7260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referral system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0684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R30K+ MRR target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for managed WhatsApp AI services in SA is wide open right now. Competition is almost zero. AI tool costs have dropped 80%. The infrastructure is ready. In 18 months, this market will be crowded.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business can be started this week for under R2,000. Let's talk.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Hermie Ihmig  |  hermie@levinn.co.za  |  +27 XX XXX XXXX  |  levinn.co.za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8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plans of the diligent lead to profit." — Proverbs 21:5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WhatsApp Customer Support</dc:title>
  <dc:subject>PptxGenJS Presentation</dc:subject>
  <dc:creator>Hermie Ihmig | Levinn Group</dc:creator>
  <cp:lastModifiedBy>Hermie Ihmig | Levinn Group</cp:lastModifiedBy>
  <cp:revision>1</cp:revision>
  <dcterms:created xsi:type="dcterms:W3CDTF">2026-04-07T10:43:05Z</dcterms:created>
  <dcterms:modified xsi:type="dcterms:W3CDTF">2026-04-07T10:43:05Z</dcterms:modified>
</cp:coreProperties>
</file>