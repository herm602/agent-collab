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#10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Entry &amp; Admin Replacement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36576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R45,000/month in admin staff costs with one AI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MAKE MONEY NOW (0-6 months)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HERMIE IHMIG  |  LEVINN GROUP  |  JOHANNESBURG, SA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companies spend billions on manual admin that AI can do for R15,000/month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R85B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 manual data processing cost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OCR accuracy — vs 1 error per 300 human keystrokes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cost reduction achievable with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235440" y="2468880"/>
            <a:ext cx="2651760" cy="1645920"/>
          </a:xfrm>
          <a:prstGeom prst="rect">
            <a:avLst>
              <a:gd name="adj" fmla="val 4444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578608"/>
            <a:ext cx="2651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R27K/mo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35440" y="3423514"/>
            <a:ext cx="26517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saving per client (vs. 3 staff members)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invoice capture, bank reconciliation, delivery note processing, and document management cost SA companies R45,000+ per month in staff costs alone. AI does it faster, cheaper, and with higher accuracy — 24 hours a day.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OCR + RPA + workflow automation: documents in, structured data out — zero human data entry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8424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Document AI / Azure Form Recognizer: process any document type at 99.2% accuracy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61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workflow: document received → OCR → extracted → populated in accounting/ERP system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38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QA layer (you): 30-min daily review catches any AI errors before they reach client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15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Xero, Sage, SAP, custom SQL databases — works with what client already has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5093208"/>
            <a:ext cx="320040" cy="320040"/>
          </a:xfrm>
          <a:prstGeom prst="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93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983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Compliance-built: POPIA data handling, audit trail, 7-year document retention built in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— SOUTH AFRICA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logistics companies processing 10K+ docs/month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R22B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contact centre/BPO industry (AI replacing entry-level)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CAGR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Document Processing market growth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235440" y="1005840"/>
            <a:ext cx="2651760" cy="1828800"/>
          </a:xfrm>
          <a:prstGeom prst="rect">
            <a:avLst>
              <a:gd name="adj" fmla="val 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111556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235440" y="206654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 salary increase — AI gets cheaper, humans get more expensive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 the ROI case for AI admin replacement gets stronger: human costs increase 7–9% annually, AI API costs decrease 20–30% annually. Logistics, medical billing, and law firms are the highest-volume, highest-pain target segments.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REVENUE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Make Money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E8ED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R12,000/mo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document type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500 docs/month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Xero/QuickBooks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R8K setup fee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R22,000/mo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9768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document types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2,000 docs/month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Multi-system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R15K setup fee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474720" cy="3200400"/>
          </a:xfrm>
          <a:prstGeom prst="rect">
            <a:avLst>
              <a:gd name="adj" fmla="val 2857"/>
            </a:avLst>
          </a:prstGeom>
          <a:solidFill>
            <a:srgbClr val="E8EDF5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R35,000/mo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46720" y="30632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document types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volume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ERP 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QA manager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914400"/>
            <a:ext cx="214884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914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Clients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35440" y="1417320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417320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Retainer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R15,000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R20,000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R25,000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235440" y="2075688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207568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R28,000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(MRR)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R30,000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R100,000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4088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R250,000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235440" y="2734056"/>
            <a:ext cx="2148840" cy="612648"/>
          </a:xfrm>
          <a:prstGeom prst="rect">
            <a:avLst/>
          </a:prstGeom>
          <a:solidFill>
            <a:srgbClr val="243858"/>
          </a:solidFill>
          <a:ln w="12700">
            <a:solidFill>
              <a:srgbClr val="2438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2734056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R700,000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Monthly Profit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5176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R15,000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4632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R60,000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04088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R170,000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235440" y="3392424"/>
            <a:ext cx="2148840" cy="6126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0" y="3392424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R500,000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ACTION PLAN — START THIS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first client in 90 days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invoice processing demo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real SA invoices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pipeline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2D9B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outreach to 5 logistics CFOs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free ops audit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the door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30-day pilot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accuracy vs. staff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proof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69680" y="1691640"/>
            <a:ext cx="2606040" cy="4663440"/>
          </a:xfrm>
          <a:prstGeom prst="rect">
            <a:avLst>
              <a:gd name="adj" fmla="val 3509"/>
            </a:avLst>
          </a:prstGeom>
          <a:solidFill>
            <a:srgbClr val="E8EDF5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0" y="1691640"/>
            <a:ext cx="2606040" cy="502920"/>
          </a:xfrm>
          <a:prstGeom prst="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1691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06840" y="233172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22860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R18K/month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06840" y="310896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72600" y="306324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QA VA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06840" y="3886200"/>
            <a:ext cx="274320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R40K MRR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Document AI can now process SA IDs, SARS documents, and bank statements with 98.5%+ accuracy out of the box. The hard technical problem is solved. The SA market has barely noticed. Move now.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8229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31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R27,000/month savings for your client. R18,000/month revenue for you. Let's talk.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Hermie Ihmig  |  hermie@levinn.co.za  |  +27 XX XXX XXXX  |  levinn.co.za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8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plans of the diligent lead to profit." — Proverbs 21:5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 Entry &amp; Admin Replacement</dc:title>
  <dc:subject>PptxGenJS Presentation</dc:subject>
  <dc:creator>Hermie Ihmig | Levinn Group</dc:creator>
  <cp:lastModifiedBy>Hermie Ihmig | Levinn Group</cp:lastModifiedBy>
  <cp:revision>1</cp:revision>
  <dcterms:created xsi:type="dcterms:W3CDTF">2026-04-07T10:43:05Z</dcterms:created>
  <dcterms:modified xsi:type="dcterms:W3CDTF">2026-04-07T10:43:05Z</dcterms:modified>
</cp:coreProperties>
</file>